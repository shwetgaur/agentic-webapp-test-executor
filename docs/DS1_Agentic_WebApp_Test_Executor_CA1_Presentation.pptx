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Calibri"/>
              </a:rPr>
              <a:t>B. Tech. Project AY 2026-27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</a:rPr>
              <a:t>CA 1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Project ID: DS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Calibri"/>
              </a:rPr>
              <a:t>Title of the Project: Agentic Web-App Test Executor
(Domain: Quality Engineering)</a:t>
            </a:r>
          </a:p>
        </p:txBody>
      </p:sp>
      <p:pic>
        <p:nvPicPr>
          <p:cNvPr id="6" name="Picture 5" descr="sit_log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011680"/>
            <a:ext cx="4206240" cy="17100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776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Name of the Guide: ________________________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Name of the Industry Mentor: Dassault Systemes (ENOVIA) / 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Group Members:
1. ________________ (PRN: ____________)
2. ________________ (PRN: ____________)
3. ________________ (PRN: ____________)
4. ________________ (PRN: ____________)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Outline of the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1) Names of all the group members and their work distribution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2) Introduction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3) Problem Statement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4) Objectives of the Project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5) Project plan with timeline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6) Literature Review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7) Gap in the Research/ Technology/ Methodology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8) Description of the proposed solution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9) Requirement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86868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10) Technology Stack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11) Design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12) Development/ Implementation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13) Testing &amp; Debugging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14) Project Outcome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15) Conclusion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16) References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17) A photograph of the presentation after due permission from the guide.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1) Group Members &amp; Work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Member A — Executor: Playwright actions, assertions, screenshots, demo flows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Member B — AI Agent: text→JSON step parser, prompts/LLM, architecture, paper draft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Member C — Platform: FastAPI, DB, dashboard, report storage/export, notify plumbing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Member D — Notify + Docs: team ownership map, failure alerts, lit review, report, logbook, slides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Shared (ALL): weekly guide meetings, objectives freeze, GitHub hygiene, final demo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Note: End-to-end pipeline already scaffolded so any member can integrate without blockers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2)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Industry partner: Dassault Systemes (ENOVIA) — Quality Engineering domain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Web application testing is critical for release quality, but manual QA is slow and costly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Traditional automation scripts (Selenium/Playwright code) are brittle when UI changes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Agentic AI can interpret plain-text test steps and execute them with verification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This project builds an Agentic Web-App Test Executor with pass/fail documentation and scrum-style failure notification to owning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3)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Uses basic text steps as input to automatically replay user actions on a web app. It can follow those steps, execute the flow, and verify whether the app behaves as expected.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2560320" cy="137160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Challenge
Manual testing is slow,
inconsistent &amp; expensive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377440"/>
            <a:ext cx="2560320" cy="1371600"/>
          </a:xfrm>
          <a:prstGeom prst="roundRect">
            <a:avLst/>
          </a:prstGeom>
          <a:solidFill>
            <a:srgbClr val="C6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Challenge
Scripts break often
when UI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377440"/>
            <a:ext cx="2560320" cy="13716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Need
AI executor + reports
+ team notify on 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Mentor additions: (1) document what passed/failed with evidence; (2) notify responsible team like a scrum master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Suggested tools (3DS): Playwright, Testim etc. | Sample apps: ClickUp / Zoho (Phase-2 if access allowed)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4) Objectives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Interpret basic text test steps into structured executable actions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Execute actions on a web app using Playwright automation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Verify behavior via assertions (text, URL, visibility)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Generate structured pass/fail documentation with screenshots/logs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Notify owning team on failure (scrum-style alert + ticket id)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Reduce script brittleness via AI-assisted parsing / locator recovery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Evaluate on demo apps and produce college + Dassault documentation/paper 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5) Project Plan with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Week 1–2: Kickoff, mentor prep, role lock, repo setup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Week 3: Literature (5+), architecture, step/report schemas freeze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Week 4–6: Executor MVP + parser integration (3 end-to-end flows)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Week 7–8: Pass/fail reports + dashboard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Week 9: Notify agent (team routing + ticket) — mentor feature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Week 10–11: Batch suites, basic self-heal, evaluation metrics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Week 12: Demo freeze, README polish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Week 13–15: Report chapters, slides, poster, paper draft, final packaging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6)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1. Playwright Test Agents (Planner/Generator/Healer) — Microsoft docs: agentic plan→test→heal pipeline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2. Tricentis Testim — commercial AI testing with smart locators / NL authoring (named by 3DS)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3. Nass et al. (2024), STVR — LLM improves web element localization when locators fail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4. ICECIT 2025 — Generative AI self-healing for Selenium; LLMs vs rule-based repair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5. JAIGS 2025 — RL (PPO) + dynamic XPath self-healing in Playwright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6. Bonus baseline: Robula+ — robust locator generation (pre-AI foundation)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7) Gap in Research / Technology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Existing tools generate code, heal locators, or offer closed commercial NL testing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Few academic prototypes unify: plain-text execution + evidence-backed pass/fail docs + team failure routing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Reporting is often an afterthought; ownership-aware notify (scrum-master style) is rarely first-class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Our contribution: open, explainable Quality Engineering workflow combining all three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8) Description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51560"/>
            <a:ext cx="1508760" cy="96012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Text Steps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56231" y="1371600"/>
            <a:ext cx="32004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1051560"/>
            <a:ext cx="1508760" cy="9601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Step Parser
(Rules/LLM)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502152" y="1371600"/>
            <a:ext cx="32004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1051560"/>
            <a:ext cx="1508760" cy="960120"/>
          </a:xfrm>
          <a:prstGeom prst="roundRect">
            <a:avLst/>
          </a:prstGeom>
          <a:solidFill>
            <a:srgbClr val="1E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Playwright
Executor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48072" y="1371600"/>
            <a:ext cx="32004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57800" y="1051560"/>
            <a:ext cx="1508760" cy="960120"/>
          </a:xfrm>
          <a:prstGeom prst="roundRect">
            <a:avLst/>
          </a:prstGeom>
          <a:solidFill>
            <a:srgbClr val="C6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Assertions
Pass/Fail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93992" y="1371600"/>
            <a:ext cx="32004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1051560"/>
            <a:ext cx="1508760" cy="960120"/>
          </a:xfrm>
          <a:prstGeom prst="round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Report +
Notify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286000"/>
            <a:ext cx="8321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Input: numbered plain-text steps (login, fill, click, verify...)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Parser maps steps to locked JSON action schema (goto/fill/click/assert/...)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Executor runs actions in Chromium via Playwright; captures failure screenshots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Report writer stores JSON + Markdown pass/fail documentation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Notify agent maps module→owning team and raises ticket-style alert on FAIL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Phase-1 demo target: Sauce Demo (public). ClickUp/Zoho later if mentors grant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9) Requirement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1E3A"/>
                </a:solidFill>
                <a:latin typeface="Calibri"/>
              </a:rPr>
              <a:t>Functional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Accept plain-text / JSON suites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Execute browser actions automatically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Assert expected UI outcomes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Produce step-level pass/fail reports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Route failures to owning team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CLI + API entry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8686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1E3A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344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Reliability of step execution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Evidence retention (screenshots)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Extensible schemas (v1 locked)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Maintainable modular codebase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Demoable within minutes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Secure handling of credentials (.env)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10)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Calibri"/>
              </a:rPr>
              <a:t>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554480" cy="118872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Playwright
Chromium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005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7A46"/>
                </a:solidFill>
                <a:latin typeface="Calibri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417320"/>
            <a:ext cx="1554480" cy="1188720"/>
          </a:xfrm>
          <a:prstGeom prst="roundRect">
            <a:avLst/>
          </a:prstGeom>
          <a:solidFill>
            <a:srgbClr val="1E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Python
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005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B2C6F"/>
                </a:solidFill>
                <a:latin typeface="Calibri"/>
              </a:rPr>
              <a:t>AI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417320"/>
            <a:ext cx="1554480" cy="1188720"/>
          </a:xfrm>
          <a:prstGeom prst="roundRect">
            <a:avLst/>
          </a:prstGeom>
          <a:solidFill>
            <a:srgbClr val="5B2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 / Rules
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005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65A12"/>
                </a:solidFill>
                <a:latin typeface="Calibri"/>
              </a:rPr>
              <a:t>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417320"/>
            <a:ext cx="1554480" cy="1188720"/>
          </a:xfrm>
          <a:prstGeom prst="roundRect">
            <a:avLst/>
          </a:prstGeom>
          <a:solidFill>
            <a:srgbClr val="C65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JSON/YAML
SQLite 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005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41E3A"/>
                </a:solidFill>
                <a:latin typeface="Calibri"/>
              </a:rPr>
              <a:t>Notify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417320"/>
            <a:ext cx="1554480" cy="118872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Console /
Slack/Email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Language: Python 3.12+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Validation: Pydantic models aligned to step/report schemas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Config: team_ownership.yaml for scrum-style routing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Frontend (next): Streamlit/React dashboard for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Optional (3DS wishlist): evaluate Testim concepts; implement openly with Playwright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11)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7863840" cy="640080"/>
          </a:xfrm>
          <a:prstGeom prst="roundRect">
            <a:avLst/>
          </a:prstGeom>
          <a:solidFill>
            <a:srgbClr val="EEEEEE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Presentation / API Layer — CLI + FastAPI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7863840" cy="640080"/>
          </a:xfrm>
          <a:prstGeom prst="roundRect">
            <a:avLst/>
          </a:prstGeom>
          <a:solidFill>
            <a:srgbClr val="D6EAF8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Agent Layer — Plain-text parser (rules now, LLM next)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7863840" cy="640080"/>
          </a:xfrm>
          <a:prstGeom prst="roundRect">
            <a:avLst/>
          </a:prstGeom>
          <a:solidFill>
            <a:srgbClr val="D5F5E3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Execution Layer — Playwright actions + assertions + screenshots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7863840" cy="640080"/>
          </a:xfrm>
          <a:prstGeom prst="roundRect">
            <a:avLst/>
          </a:prstGeom>
          <a:solidFill>
            <a:srgbClr val="FCF3C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Knowledge / Report Layer — JSON+Markdown pass/fail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97680"/>
            <a:ext cx="7863840" cy="640080"/>
          </a:xfrm>
          <a:prstGeom prst="roundRect">
            <a:avLst/>
          </a:prstGeom>
          <a:solidFill>
            <a:srgbClr val="F5B7B1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Notify Layer — Module→Team map, ticket id, alert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Fixed contracts: schemas/step_schema.v1.json • schemas/report_schema.v1.json • config/team_ownership.yaml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12) Development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Repository scaffolded: src/agent, src/executor, src/reporting, src/notify, src/backend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Rule-based parser converts numbered plain-text cases → TestSuite JSON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PlaywrightExecutor runs goto/fill/click/select/assert_* with failure screenshots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Report writer emits JSON + Markdown under data/reports/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NotifyAgent routes FAIL using module ownership map (console/Slack-ready)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Verified smoke runs: login suite PASS (7/7); intentional fail triggers ticket notify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Next: LLM parser, dashboard UI, more sample flows, self-heal heuristics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13) Testing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Unit tests: parser step mapping (pytest)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Sample suites: 10 plain-text cases + JSON login suite (Sauce Demo)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Positive path: successful login verification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Negative path: intentional missing-text assert to validate fail report + notify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Artifacts: screenshots on failure, structured step errors, skip-after-fail policy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Debugging aids: headed mode CLI flag, Markdown report for human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14) 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Working prototype of Agentic Web-App Test Executor (industry PS from Dassault)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Pass/fail documentation module with evidence (mentor requirement)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Scrum-style failure notification to owning teams (mentor requirement)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College deliverables: GitHub, report chapters, poster, demo, logbook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Research paper draft jointly with 3DS mentors (as per Dassault proposal)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Aligned to B.Tech SoP outcomes: industry problem + deployable demo path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15)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68680"/>
            <a:ext cx="8321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DS 1 addresses a real Quality Engineering need: NL/text-driven web test execution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Combining execution, documentation, and team notify creates a complete QA workflow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Phase-1 foundation is complete and demoable; Phase-2 focuses on LLM intelligence and UI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Clear path for evaluation, publication, and industry mentor collaboration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16)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Dassault Systemes — AI/ML Projects with SIT ENOVIA 2026 proposal (DS 1 brief)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Microsoft Playwright Test Agents documentation — playwright.dev/docs/test-agents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Tricentis Testim — testim.io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Nass, Alégroth, Feldt (2024). Improving Web Element Localization by Using a Large Language Model. STVR.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ICECIT 2025. Generative AI for Self-Healing Selenium Tests. DOI: 10.1109/icecit67774.2025.11451150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JAIGS 2025. Self-Healing Automation with RL (PPO) in Playwright. DOI: 10.60087/jaigs.v5i1.341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Leotta et al. — Robula+ robust web locator generation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t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9728"/>
            <a:ext cx="2666307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28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Georgia"/>
              </a:rPr>
              <a:t>17) Photograph of the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28-07-2026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Department of Artificial Intelligence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280160"/>
            <a:ext cx="6400800" cy="3840480"/>
          </a:xfrm>
          <a:prstGeom prst="roundRect">
            <a:avLst/>
          </a:prstGeom>
          <a:solidFill>
            <a:srgbClr val="F2F2F2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Calibri"/>
              </a:rPr>
              <a:t>Insert group presentation photograph here
after due permission from the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